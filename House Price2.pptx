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438920"/>
            <a:ext cx="4926960" cy="152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79320" y="387360"/>
            <a:ext cx="3064320" cy="4755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Google Shape;12;p2"/>
          <p:cNvSpPr/>
          <p:nvPr/>
        </p:nvSpPr>
        <p:spPr>
          <a:xfrm>
            <a:off x="0" y="-18720"/>
            <a:ext cx="9143640" cy="405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3;p2"/>
          <p:cNvSpPr/>
          <p:nvPr/>
        </p:nvSpPr>
        <p:spPr>
          <a:xfrm>
            <a:off x="0" y="4621320"/>
            <a:ext cx="713160" cy="521640"/>
          </a:xfrm>
          <a:prstGeom prst="diamond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40400" y="878760"/>
            <a:ext cx="449676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064320" cy="473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Google Shape;83;p14"/>
          <p:cNvSpPr/>
          <p:nvPr/>
        </p:nvSpPr>
        <p:spPr>
          <a:xfrm>
            <a:off x="0" y="4737600"/>
            <a:ext cx="9143640" cy="405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84;p14"/>
          <p:cNvSpPr/>
          <p:nvPr/>
        </p:nvSpPr>
        <p:spPr>
          <a:xfrm>
            <a:off x="8430840" y="0"/>
            <a:ext cx="713160" cy="521640"/>
          </a:xfrm>
          <a:prstGeom prst="diamond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775520" y="925200"/>
            <a:ext cx="47239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Google Shape;88;p15"/>
          <p:cNvSpPr/>
          <p:nvPr/>
        </p:nvSpPr>
        <p:spPr>
          <a:xfrm rot="16200000">
            <a:off x="6366240" y="2376000"/>
            <a:ext cx="5157360" cy="405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89;p15"/>
          <p:cNvSpPr/>
          <p:nvPr/>
        </p:nvSpPr>
        <p:spPr>
          <a:xfrm>
            <a:off x="0" y="0"/>
            <a:ext cx="713160" cy="521640"/>
          </a:xfrm>
          <a:prstGeom prst="diamond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13160" y="540000"/>
            <a:ext cx="516024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Google Shape;155;p23"/>
          <p:cNvSpPr/>
          <p:nvPr/>
        </p:nvSpPr>
        <p:spPr>
          <a:xfrm>
            <a:off x="713160" y="3567600"/>
            <a:ext cx="4077360" cy="6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IBM Plex Sans"/>
                <a:ea typeface="IBM Plex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79320" y="0"/>
            <a:ext cx="3064320" cy="4755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Google Shape;157;p23"/>
          <p:cNvSpPr/>
          <p:nvPr/>
        </p:nvSpPr>
        <p:spPr>
          <a:xfrm>
            <a:off x="0" y="0"/>
            <a:ext cx="713160" cy="521640"/>
          </a:xfrm>
          <a:prstGeom prst="diamond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158;p23"/>
          <p:cNvSpPr/>
          <p:nvPr/>
        </p:nvSpPr>
        <p:spPr>
          <a:xfrm>
            <a:off x="0" y="4737600"/>
            <a:ext cx="9143640" cy="405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Google Shape;36;p6"/>
          <p:cNvSpPr/>
          <p:nvPr/>
        </p:nvSpPr>
        <p:spPr>
          <a:xfrm>
            <a:off x="0" y="4746600"/>
            <a:ext cx="9143640" cy="405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37;p6"/>
          <p:cNvSpPr/>
          <p:nvPr/>
        </p:nvSpPr>
        <p:spPr>
          <a:xfrm>
            <a:off x="8430840" y="0"/>
            <a:ext cx="713160" cy="521640"/>
          </a:xfrm>
          <a:prstGeom prst="diamond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75;p29"/>
          <p:cNvPicPr/>
          <p:nvPr/>
        </p:nvPicPr>
        <p:blipFill>
          <a:blip r:embed="rId2"/>
          <a:stretch/>
        </p:blipFill>
        <p:spPr>
          <a:xfrm>
            <a:off x="6079320" y="387360"/>
            <a:ext cx="3064320" cy="475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14240" y="1438200"/>
            <a:ext cx="492408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HOUSE PRICE PREDICTION SYSTEM</a:t>
            </a:r>
            <a:endParaRPr lang="fr-FR" sz="3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61639" y="3086280"/>
            <a:ext cx="4805321" cy="552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indent="0" algn="ctr">
              <a:buNone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Predictive system for real estate valuations using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     machine learning regression techniques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43280" y="876240"/>
            <a:ext cx="449532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OBJECTIVE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3743280" y="1962000"/>
            <a:ext cx="449532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Predict house prices using machine learning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Apply feature engineering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Compare multiple regression models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Select best-performing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Build a working prediction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8" name="Google Shape;216;p32"/>
          <p:cNvPicPr/>
          <p:nvPr/>
        </p:nvPicPr>
        <p:blipFill>
          <a:blip r:embed="rId2"/>
          <a:stretch/>
        </p:blipFill>
        <p:spPr>
          <a:xfrm>
            <a:off x="0" y="0"/>
            <a:ext cx="3064320" cy="473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</a:rPr>
              <a:t>REAL-TIME STATISTICS RELATED TO THE PROJECT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Real estate prices are increasing every year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Property value depends on location, area, and amenities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Manual estimation often leads to errors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ML-based systems improve prediction accuracy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1" name="image69ee008925f6f" descr="image69ee008925f7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771560" y="923760"/>
            <a:ext cx="472392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MOTIVATION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1771560" y="2133720"/>
            <a:ext cx="4723920" cy="20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Difficulty in estimating accurate house prices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Need for fast and data-driven solutions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Reduce human error in decision making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Provide smart assistance for buyers and sellers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71560" y="923760"/>
            <a:ext cx="472392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EXISTING SYSTEMS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1771560" y="2133720"/>
            <a:ext cx="4723920" cy="20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Manual estimation by agents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Basic online price calculators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Fixed rule-based systems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</a:rPr>
              <a:t>ISSUES IN EXISTING SYSTEMS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30244" y="1905120"/>
            <a:ext cx="6437116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Not accurate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Depends on human judgment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Cannot handle complex data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IBM Plex Sans"/>
              </a:rPr>
              <a:t>No adaptability to new data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743280" y="876240"/>
            <a:ext cx="449532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PROPOSED SYSTEM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3743280" y="1962000"/>
            <a:ext cx="449532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Machine learning-based prediction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Uses multiple features (area, location, etc.)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Applies feature engineering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Compares models and selects best 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Provides accurate price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Google Shape;216;p32"/>
          <p:cNvPicPr/>
          <p:nvPr/>
        </p:nvPicPr>
        <p:blipFill>
          <a:blip r:embed="rId2"/>
          <a:stretch/>
        </p:blipFill>
        <p:spPr>
          <a:xfrm>
            <a:off x="0" y="0"/>
            <a:ext cx="3064320" cy="473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771560" y="923760"/>
            <a:ext cx="472392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COMPARISON OF EXISTING VS PROPOSED SYSTEM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771560" y="2133720"/>
            <a:ext cx="4723920" cy="20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Existing systems have low accuracy, whereas the proposed system provides high accuracy.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Existing systems offer medium speed, while the proposed system is faster.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Existing systems have limited data handling capabilities, whereas the proposed system can handle data more efficiently.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Existing systems are not automated, while the proposed system is fully automated using machine learning.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</a:rPr>
              <a:t>SAMPLE INPUT / OUTPUT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Input: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Area: 1500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Bedrooms: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Age: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Distance: 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Schools: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Location: Urban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Output: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Predicted Price: ₹5,50,000 (approx.)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771560" y="923760"/>
            <a:ext cx="472392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TOOLS AND DATASET USED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1771560" y="2133720"/>
            <a:ext cx="4723920" cy="20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Programming Language: Python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Libraries: Pandas, NumPy, Scikit-learn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Framework: Flask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Dataset: Kaggle House Price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771560" y="923760"/>
            <a:ext cx="472392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RESULTS AND ANALYSIS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771560" y="2133720"/>
            <a:ext cx="4723920" cy="20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Random Forest performed best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Feature engineering improved accuracy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Model shows low prediction error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30492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  <a:ea typeface="IBM Plex Sans"/>
              </a:rPr>
              <a:t>Works effectively for different regions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boreto"/>
              </a:rPr>
              <a:t>REFERENCES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Kaggle Dataset: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https://www.kaggle.com/datasets/harlfoxem/housesalesprediction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Scikit-learn Documentation: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https://scikit-learn.org/stable/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Machine Learning Book: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-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https://www.oreilly.com/library/view/hands-on-machine-learning/9781492032632/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Inspiration Project Proposal by Slidesgo">
  <a:themeElements>
    <a:clrScheme name="Simple Light">
      <a:dk1>
        <a:srgbClr val="172C44"/>
      </a:dk1>
      <a:lt1>
        <a:srgbClr val="FFFEF8"/>
      </a:lt1>
      <a:dk2>
        <a:srgbClr val="A0D3D8"/>
      </a:dk2>
      <a:lt2>
        <a:srgbClr val="FF8E6E"/>
      </a:lt2>
      <a:accent1>
        <a:srgbClr val="E2F6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2C4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405</Words>
  <Application>Microsoft Office PowerPoint</Application>
  <PresentationFormat>On-screen Show (16:9)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Aboreto</vt:lpstr>
      <vt:lpstr>Arial</vt:lpstr>
      <vt:lpstr>IBM Plex Sans</vt:lpstr>
      <vt:lpstr>OpenSymbol</vt:lpstr>
      <vt:lpstr>Symbol</vt:lpstr>
      <vt:lpstr>Wingdings</vt:lpstr>
      <vt:lpstr>Design Inspiration Project Proposal by Slidesgo</vt:lpstr>
      <vt:lpstr>HOUSE PRICE PREDICTION SYSTEM</vt:lpstr>
      <vt:lpstr>OBJECTIVE</vt:lpstr>
      <vt:lpstr>PowerPoint Presentation</vt:lpstr>
      <vt:lpstr>MOTIVATION</vt:lpstr>
      <vt:lpstr>EXISTING SYSTEMS</vt:lpstr>
      <vt:lpstr>PowerPoint Presentation</vt:lpstr>
      <vt:lpstr>PROPOSED SYSTEM</vt:lpstr>
      <vt:lpstr>COMPARISON OF EXISTING VS PROPOSED SYSTEM</vt:lpstr>
      <vt:lpstr>PowerPoint Presentation</vt:lpstr>
      <vt:lpstr>TOOLS AND DATASET USED</vt:lpstr>
      <vt:lpstr>RESULTS AND ANALYSIS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Manogna Kappaganthu</dc:creator>
  <cp:lastModifiedBy>Manogna Kappaganthu</cp:lastModifiedBy>
  <cp:revision>1</cp:revision>
  <dcterms:modified xsi:type="dcterms:W3CDTF">2026-04-26T12:14:47Z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2026-04-26T12:09:44Z</dcterms:created>
  <dc:creator>Unknown Creator</dc:creator>
  <dc:description/>
  <dc:language>en-US</dc:language>
  <cp:lastModifiedBy>Unknown Creator</cp:lastModifiedBy>
  <dcterms:modified xsi:type="dcterms:W3CDTF">2026-04-26T12:09:44Z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